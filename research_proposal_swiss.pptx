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448056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00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20대 청년의 여가 경험 잠재프로파일 유형화와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심리적 안녕감의 관계: 쉼 불안의 역할을 중심으로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경기 라이프 서베이 2025 자료를 활용하여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PROPOSAL  /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448056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00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연구 필요성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필요성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현대 사회에서 여가는 단순한 휴식을 넘어 삶의 질, 정신건강, 사회적 관계 형성에 영향을 미치는 핵심 요인이다.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20대 청년층은 학업, 취업 준비, 경제적 부담 등 다양한 스트레스에 노출되어 있으며, 여가 경험은 심리적 회복에 중요한 역할을 한다.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그러나 기존 연구는 평균 중심 접근을 사용하여 집단 내 이질성을 충분히 반영하지 못했다.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청년 세대에서는 '쉼 불안(rest anxiety)', '디지털 기반 여가 의존' 등이 사회적 이슈로 부상하고 있으나, 이를 통합적으로 고려한 실증 연구는 부족하다.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448056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00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연구 필요성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 중심 접근의 필요성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연구들은 변수 간 선형 관계를 중심으로 분석하여, 개인 내부의 잠재적 이질성(latent heterogeneity)을 충분히 설명하지 못한다는 한계가 있다.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사회과학 분야에서는 개인들의 잠재적 유형을 탐색하는 사람 중심 접근(person-centered approach)이 주목받고 있다.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잠재프로파일분석(LPA)은 행복, 정신건강, 소비행동 등 다양한 영역에서 활발히 활용되고 있으며, 청년층의 복합적 여가 경험 분석에 적합한 방법론이다.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연구는 LPA를 통해 청년층의 여가 경험 유형을 식별하고, 정신건강 정책 수립에 기초자료를 제공하고자 한다.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448056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00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연구 목적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목적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여가 만족, 여가 제약, 여가 동기, 쉼 불안, 쉼 자원을 기반으로 잠재프로파일을 식별한다.</a:t>
            </a:r>
            <a:endParaRPr lang="en-US" sz="14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각 잠재프로파일에 영향을 미치는 예측요인(소득, 건강상태, 지각된 스트레스, 통근 스트레스 등)을 분석한다.</a:t>
            </a:r>
            <a:endParaRPr lang="en-US" sz="14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식별된 잠재프로파일에 따라 심리적 안녕감(행복감, 우울/불안, 교제활동 만족) 수준에 차이가 존재하는지를 검증한다.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변수 설계 원칙: '우울/불안'과 '주관적 건강상태'는 예측변수와 결과변수에 중복 사용되지 않는다. 예측변수에는 '지각된 스트레스'를, 결과변수에는 '우울/불안 수준' 및 '행복감'을 사용한다.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448056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00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이론적 배경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여가 만족과 쉼 불안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여가 만족도가 높을수록 삶의 행복감과 심리적 안녕감이 증가한다. 청년층은 불확실한 사회경제적 환경 속에서 여가를 통해 스트레스를 완화하고 자기 정체성을 형성한다.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쉼 불안(rest anxiety)은 '휴식 상황에서도 생산성 저하 또는 미래 불확실성에 대한 심리적 압박을 경험하는 상태'로 정의된다.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성과 중심 문화, 취업 경쟁 압력, 디지털 환경의 상시 연결성(always-on connectivity) 등이 여가 활동의 회복 기능을 저해할 수 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448056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00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이론적 배경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여가 제약 이론과 자기결정이론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여가 제약 이론(Crawford &amp; Godbey, 1987): 개인내적, 개인간, 구조적 제약의 세 차원으로 여가 참여 제약을 설명한다. 경제적 부담과 시간 부족은 구조적 제약의 핵심이다.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자기결정이론(SDT; Deci &amp; Ryan, 1985): 외적 동기에서 내적 동기에 이르는 연속선상에서, 내적 동기에 의한 활동일수록 심리적 안녕감에 긍정적 영향을 미친다.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연구는 관계/친목 동기와 건강 증진 동기를 잠재프로파일 구성 변수로 포함하여 SDT 기반의 이론적 정당성을 확보한다.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448056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00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이론적 배경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잠재프로파일분석(LPA)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LPA는 연속형 관찰변수들의 패턴을 기반으로 유사한 특성을 공유하는 잠재집단을 식별하는 사람 중심 접근 방법이다.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여가 제약 이론과 자기결정이론을 이론적 근거로, 여가 만족, 쉼 자원, 쉼 불안, 여가 제약(시간·경제), 여가 동기(관계·건강)의 8개 변수를 프로파일 공간의 구성 차원으로 설정한다.</a:t>
            </a:r>
            <a:endParaRPr lang="en-US" sz="13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차원은 동기-자원-제약-결과의 연속적 흐름을 포착하며, 독립적인 이론적 구성개념에 대응하여 프로파일 공간의 타당성을 확보한다.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448056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00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연구모형 및 가설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연구모형 및 가설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여가 경험 관찰변수를 기반으로 질적으로 구분되는 2개 이상의 잠재프로파일이 식별될 것이다.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월평균 소득과 주관적 건강상태는 여가 경험 프로파일 소속에 유의한 예측요인으로 작용할 것이다.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64592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쉼 불안이 낮고 여가 만족이 높은 프로파일 집단은 그렇지 않은 집단에 비해 행복감이 유의하게 높을 것이다.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쉼 불안이 높고 여가 제약이 강한 프로파일 집단은 우울/불안 수준이 유의하게 높을 것이다.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448056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00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연구방법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연구대상 및 변수 구성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자료: 2025 경기 라이프 서베이, 연구대상: 만 20~29세 청년 응답자</a:t>
            </a:r>
            <a:endParaRPr lang="en-US" sz="130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LPA 관찰변수(8개): 여가비용 만족도, 평일 여가 행복도, 쉼 자원, 쉼 불안, 시간 부족, 경제적 부담, 관계/친목 동기, 건강 증진 동기</a:t>
            </a:r>
            <a:endParaRPr lang="en-US" sz="130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예측변수: 성별, 연령, 월평균 소득, 주관적 건강상태, 지각된 스트레스, 통근 스트레스</a:t>
            </a:r>
            <a:endParaRPr lang="en-US" sz="130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결과변수: 우울/불안 수준, 행복감, 교제활동 행복도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448056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00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연구방법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절차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1단계: 기술통계 및 상관관계 분석 — 다중공선성 여부 사전 검토</a:t>
            </a:r>
            <a:endParaRPr lang="en-US" sz="130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2단계: 잠재프로파일분석(LPA) — 2~6개 모델 추정, AIC/BIC/Entropy/LMR-LRT/BLRT 기준으로 최적 모델 결정</a:t>
            </a:r>
            <a:endParaRPr lang="en-US" sz="130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3단계: 다항 로지스틱 회귀분석 — 예측변수가 프로파일 소속 확률에 미치는 영향 분석</a:t>
            </a:r>
            <a:endParaRPr lang="en-US" sz="130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4단계: BCH 방법 — 프로파일별 결과변수 차이 검증, Bonferroni 수정 적용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448056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00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연구 의의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의의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학문적 의의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다차원적 관점에서 청년 여가 경험의 유형론적 이해를 제공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LPA를 활용한 사람 중심 접근으로 잠재적 이질성을 실증적으로 규명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'쉼 불안' 개념을 이론적으로 정초하여 이론적 공헌 도모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실무적 의의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유형별 맞춤형 청년 여가 정책 수립의 근거 제공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통합적 청년 지원 정책 설계에 활용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정신건강 취약 유형 조기 식별 및 심리 회복 프로그램 개발에 시사점 제공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448056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00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참고문헌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참고문헌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Lanza, S. T., &amp; Cooper, B. R. (2016). Latent class analysis for developmental research. Child Development Perspectives, 10(1), 59–64.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Crawford, D. W., &amp; Godbey, G. (1987). Reconceptualizing barriers to family leisure. Leisure Sciences, 9(2), 119–127.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Deci, E. L., &amp; Ryan, R. M. (1985). Intrinsic motivation and self-determination in human behavior. Springer.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Sonnentag, S., &amp; Fritz, C. (2007). The Recovery Experience Questionnaire. Journal of Occupational Health Psychology, 12(3), 204–221.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Hsee, C. K., et al. (2010). Idleness aversion and the need for justifiable busyness. Psychological Science, 21(7), 926–930.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이연주·강현욱 (2021). 청년층 여가 제약 요인이 여가 만족도에 미치는 영향. 한국체육학회지, 60(3), 147–162.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박수현·김진욱 (2022). 잠재프로파일분석을 활용한 성인의 행복 유형 분류. 사회복지연구, 53(1), 33–61.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20대 청년의 여가 경험 잠재프로파일 유형화와 심리적 안녕감의 관계</dc:title>
  <dc:subject>PptxGenJS Presentation</dc:subject>
  <dc:creator>Research Proposal</dc:creator>
  <cp:lastModifiedBy>Research Proposal</cp:lastModifiedBy>
  <cp:revision>1</cp:revision>
  <dcterms:created xsi:type="dcterms:W3CDTF">2026-05-25T15:31:38Z</dcterms:created>
  <dcterms:modified xsi:type="dcterms:W3CDTF">2026-05-25T15:31:38Z</dcterms:modified>
</cp:coreProperties>
</file>