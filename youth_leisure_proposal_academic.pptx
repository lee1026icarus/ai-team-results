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6217920"/>
            <a:ext cx="8412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청년의 여가 경험 잠재프로파일 유형화와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심리적 안녕감의 관계: 쉼 불안의 역할을 중심으로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경기 라이프 서베이 2025 자료를 활용하여 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연구 프로포절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필요성 및 목적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Purpose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7724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86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배경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2560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7724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08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연구모형 및 가설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&amp; Hypotheses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77724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연구방법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4206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77724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54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459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의의 및 참고문헌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5029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 &amp; References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349240"/>
            <a:ext cx="77724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필요성 (1/2)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 사회에서 여가는 단순한 휴식 활동을 넘어 개인의 삶의 질, 정신건강, 사회적 관계 형성에 영향을 미치는 핵심 요인으로 주목받고 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804672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청년층은 학업, 취업 준비, 경제적 부담, 사회적 불안정성 등 다양한 스트레스 상황에 노출되어 있음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여가 연구는 평균 중심(variable-centered) 접근을 활용하여 집단 내 이질성을 충분히 반영하지 못함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동일한 20대 집단이라도 여가 동기, 제약, 경제적 부담, 쉼에 대한 인식은 개인에 따라 상이하게 나타남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이러한 차이는 질적으로 구분되는 여가 경험 유형으로 이어질 가능성이 있음 (Raschi et al., 2020)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필요성 (2/2)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청년 세대에서는 "잘 쉬지 못하는 현상", "쉼 불안(rest anxiety)", "디지털 기반 여가 의존" 등이 사회적 이슈로 부상하고 있음에도 불구하고, 이를 통합적으로 고려한 실증 연구는 부족한 실정이다.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804672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 불안: 생산성 담론 및 성취 지향적 사회 분위기 속에서 청년층이 여가 상황에서도 경험하는 심리적 압박 상태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연구의 한계: 변수 간 선형 관계 중심 분석 → 개인 내부 잠재적 이질성(latent heterogeneity) 설명 부족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중심 접근(person-centered approach)과 LPA가 행복, 정신건강, 소비행동 등 다양한 영역에서 활발히 활용됨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연구는 20대 청년의 여가 경험을 다차원적으로 측정하고, LPA를 통해 여가 경험 유형을 식별하고자 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44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청년의 여가 만족, 여가 제약, 여가 동기, 쉼 불안, 쉼 자원을 기반으로 잠재프로파일을 식별한다.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24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974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잠재프로파일에 영향을 미치는 예측요인(소득, 건강상태, 지각된 스트레스, 통근 스트레스 등)을 분석한다.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05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9776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식별된 잠재프로파일에 따라 심리적 안녕감(행복감, 우울/불안, 교제활동 만족) 수준에 차이가 존재하는지를 검증한다.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804672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074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설계 원칙: 우울/불안과 주관적 건강상태는 예측변수와 결과변수에 중복 사용되지 않음. 예측변수에는 지각된 스트레스를, 결과변수에는 우울/불안 수준 및 행복감을 배치하여 인과 방향성의 논리적 일관성을 확보함.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배경: 여가 만족과 쉼 불안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 만족과 청년 삶의 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840480" cy="1828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여가는 개인의 신체적·심리적 회복을 지원하며 삶의 질 향상에 중요한 영향을 미치는 활동(Stebbins, 2012). 여가 만족도가 높을수록 삶의 행복감과 심리적 안녕감이 증가(Iwasaki, 2007). 청년층은 불확실한 사회경제적 환경 속에서 여가를 통해 스트레스를 완화하고 자기 정체성을 형성(Kleiber et al., 2011).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 불안 (Rest Anxiety)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3840480" cy="1828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373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"휴식 상황에서도 생산성 저하 또는 미래 불확실성에 대한 심리적 압박을 경험하는 인지적·정서적 상태"로 조작적으로 정의. 여가 죄책감(leisure guilt; Searle &amp; Brayley, 2000), 비활동 회피(idleness aversion; Hsee et al., 2010), 직무 분리 어려움(Sonnentag &amp; Fritz, 2007) 등 관련 개념의 통합적 맥락에서 이론화.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57600"/>
            <a:ext cx="45720" cy="9144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개념 정의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 불안 = 청년 세대의 성과 중심 문화 + 취업 경쟁 압력 + 디지털 상시 연결성(always-on connectivity)이 결합하여 여가 활동의 회복 기능을 저해하는 요인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배경: 여가 제약 이론과 자기결정이론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 제약 이론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840480" cy="1828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Crawford &amp; Godbey (1987)의 여가 제약 이론은 개인이 여가에 참여하지 못하거나 만족을 얻지 못하는 이유를 세 차원으로 설명한다.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개인내적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심리적·정서적 상태(예: 스트레스, 피로)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사회적 관계 부족, 동반자 부재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경제적 부담, 시간 부족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자기결정이론 (SDT)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1554480"/>
            <a:ext cx="3840480" cy="1828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7373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 &amp; Ryan (1985)의 자기결정이론에 따르면, 인간의 행동 동기는 외적 동기에서 내적 동기에 이르는 연속선 위에 존재하며, 내적 동기에 의한 활동일수록 심리적 안녕감에 긍정적 영향을 미친다.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 (Autonomy)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행동의 자발적 선택과 통제감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108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유능감 (Competence)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 수행에 대한 효능감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566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관계성 (Relatedness)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타인과의 연결 및 소속감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4114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Mannell &amp; Kleiber (1997)은 여가 동기를 관계 추구, 건강 증진, 자기개발 등으로 분류. 본 연구는 관계/친목 동기와 건강 증진 동기를 잠재프로파일 구성 변수로 포함함.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배경: 잠재프로파일분석 (LPA)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잠재프로파일분석 (Latent Profile Analysis, LPA)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1828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연속형 관찰변수들의 패턴을 기반으로 유사한 특성을 공유하는 잠재집단(latent class)을 식별하는 사람 중심 접근 방법(Lanza &amp; Cooper, 2016).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중심 (Variable-centered)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변수 간 평균적 관계 설명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개인 내부 이질성 반영 어려움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중심 (Person-centered)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잠재적 유형 탐색 및 분류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집단 내부 이질성 규명 가능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맞춤형 개입 전략 수립 기초 제공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490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LPA 적용 사례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행복 유형 분류 (박수현·김진욱, 2022)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4023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번아웃 프로파일 (Leiter &amp; Maslach, 2016)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직무 몰입 유형 (김진영·이재훈, 2021)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청년층 복합적 여가 경험 분석에 적합한 방법론으로 평가됨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HYPOTHESES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연구모형 및 가설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연구의 분석 구조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032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관찰변수로 잠재프로파일 도출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2103120"/>
            <a:ext cx="228600" cy="182880"/>
          </a:xfrm>
          <a:prstGeom prst="rightArrow">
            <a:avLst/>
          </a:prstGeom>
          <a:solidFill>
            <a:srgbClr val="E8000D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645920"/>
            <a:ext cx="256032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91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Multinomial Logistic Regression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예측변수가 프로파일 소속에 미치는 영향 검증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2103120"/>
            <a:ext cx="228600" cy="182880"/>
          </a:xfrm>
          <a:prstGeom prst="rightArrow">
            <a:avLst/>
          </a:prstGeom>
          <a:solidFill>
            <a:srgbClr val="E8000D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645920"/>
            <a:ext cx="256032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691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BCH Method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프로파일별 심리적 안녕감 결과변수 차이 분석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가설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132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 경험 관찰변수(만족, 제약, 동기, 쉼 불안 등)를 기반으로 질적으로 구분되는 2개 이상의 잠재프로파일이 식별될 것이다.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월평균 소득과 주관적 건강상태는 여가 경험 프로파일 소속에 유의한 예측요인으로 작용할 것이다.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쉼 불안이 낮고 여가 만족이 높은 프로파일 집단은 그렇지 않은 집단에 비해 행복감이 유의하게 높을 것이다.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쉼 불안이 높고 여가 제약이 강한 프로파일 집단은 우울/불안 수준이 유의하게 높을 것이다.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연구방법: 연구대상 및 관찰변수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연구대상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「2025 경기 라이프 서베이」 데이터, 만 20~29세 청년 응답자. LPA는 프로파일당 최소 25~50명, 전체 N ≥ 200 권고(Lanza &amp; Cooper, 2016).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잠재프로파일 관찰변수 (8개)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36576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이론 근거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변수명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문항 예시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척도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자기결정이론(SDT)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 만족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여가활동에 드는 비용에 어느 정도 만족하십니까?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5점 리커트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자기결정이론(SDT)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 행복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평일 여가활동을 할 때 얼마나 행복하십니까?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5점 리커트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 제약 이론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쉼 자원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잘 쉬기 위한 자원이나 환경이 충분히 갖추어져 있습니까?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5점 리커트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쉼 불안 개념화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쉼 불안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쉬고 있을 때 불안하거나 초조함을 느낍니까?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5점 리커트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 제약 이론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 제약(시간)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여가활동을 하지 못하는 이유: 시간 부족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5점 리커트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 제약 이론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 제약(경제)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여가활동을 하지 못하는 이유: 경제적 부담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5점 리커트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자기결정이론(SDT)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 동기(관계)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여가활동의 주요 목적: 친목 및 사회적 관계 형성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5점 리커트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자기결정이론(SDT)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 동기(건강)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여가활동의 주요 목적: 건강 증진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5점 리커트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연구방법: 예측·결과변수 및 분석 절차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예측변수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성별 (더미코딩: 남=0, 여=1)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연령 (만 나이, 연속형)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월평균 소득 (구간 코딩)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주관적 건강상태 (5점 척도)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지각된 스트레스 (일상 스트레스 수준)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통근 스트레스 (통근/통학 시간 또는 스트레스)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280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결과변수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우울/불안 수준 (PHQ/GAD 계열 또는 서베이 문항)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행복감: 전반적 삶의 행복 수준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교제활동 행복도: 사회적 관계 활동에서의 행복 수준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1371600"/>
            <a:ext cx="0" cy="22860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404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분석 절차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73736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519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기술통계 및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상관관계 분석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31720" y="4526280"/>
            <a:ext cx="182880" cy="137160"/>
          </a:xfrm>
          <a:prstGeom prst="rightArrow">
            <a:avLst/>
          </a:prstGeom>
          <a:solidFill>
            <a:srgbClr val="E8000D"/>
          </a:solidFill>
          <a:ln/>
        </p:spPr>
      </p:sp>
      <p:sp>
        <p:nvSpPr>
          <p:cNvPr id="22" name="Shape 20"/>
          <p:cNvSpPr/>
          <p:nvPr/>
        </p:nvSpPr>
        <p:spPr>
          <a:xfrm>
            <a:off x="2560320" y="4206240"/>
            <a:ext cx="173736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42519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잠재프로파일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(LPA)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43400" y="4526280"/>
            <a:ext cx="182880" cy="137160"/>
          </a:xfrm>
          <a:prstGeom prst="rightArrow">
            <a:avLst/>
          </a:prstGeom>
          <a:solidFill>
            <a:srgbClr val="E8000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4206240"/>
            <a:ext cx="173736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2519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다항 로지스틱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회귀분석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55080" y="4526280"/>
            <a:ext cx="182880" cy="137160"/>
          </a:xfrm>
          <a:prstGeom prst="rightArrow">
            <a:avLst/>
          </a:prstGeom>
          <a:solidFill>
            <a:srgbClr val="E8000D"/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0" y="4206240"/>
            <a:ext cx="173736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2519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BCH 방법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결과변수 차이 분석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의의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학문적 의의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840480" cy="1828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청년층의 여가 경험을 단일 차원이 아닌 다차원적 관점(만족·제약·동기·쉼 불안 통합)에서 접근하여 유형론적 이해를 제공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LPA를 활용한 사람 중심 접근으로 청년 여가 경험의 잠재적 이질성을 실증적으로 규명하고, 기존 평균 중심 연구의 한계를 방법론적으로 극복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'쉼 불안' 개념을 여가 죄책감·비활동 회피·직무 분리 이론을 통해 개념적으로 정초함으로써 이론적 공헌을 도모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280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실무적 의의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3840480" cy="1828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청년층의 여가 유형을 세분화하여 단순 여가시설 확대 중심 정책을 넘어, 유형별 맞춤형 여가 정책 수립의 근거 제공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경제적 부담, 심리적 회복, 사회적 관계 형성을 고려한 통합적 청년 지원 정책 설계에 활용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017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정신건강 취약 유형을 조기에 식별하여 청년 대상 심리 회복 프로그램 및 웰빙 정책 개발에 시사점 제공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참고문헌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Crawford, D. W., &amp; Godbey, G. (1987). Reconceptualizing barriers to family leisure. Leisure Sciences, 9(2), 119–127.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Deci, E. L., &amp; Ryan, R. M. (1985). Intrinsic motivation and self-determination in human behavior. Springer.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Hsee, C. K., et al. (2010). Idleness aversion and the need for justifiable busyness. Psychological Science, 21(7), 926–930.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Iwasaki, Y. (2007). Leisure and quality of life in an international and multicultural context. Social Indicators Research, 82(2), 233–264.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Lanza, S. T., &amp; Cooper, B. R. (2016). Latent class analysis for developmental research. Child Development Perspectives, 10(1), 59–64.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Sonnentag, S., &amp; Fritz, C. (2007). The Recovery Experience Questionnaire. Journal of Occupational Health Psychology, 12(3), 204–221.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박수현·김진욱 (2022). 잠재프로파일분석을 활용한 성인의 행복 유형 분류. 사회복지연구, 53(1), 33–61.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이연주·강현욱 (2021). 청년층 여가 제약 요인이 여가 만족도에 미치는 영향. 한국체육학회지, 60(3), 147–162.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이하 데이터 수령 후 변수 확인 및 기술통계 추가 예정 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6126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20대 청년 여가 경험 잠재프로파일 연구</dc:title>
  <dc:subject>Research Proposal</dc:subject>
  <dc:creator>Academic Research</dc:creator>
  <cp:lastModifiedBy>Academic Research</cp:lastModifiedBy>
  <cp:revision>1</cp:revision>
  <dcterms:created xsi:type="dcterms:W3CDTF">2026-05-25T16:08:05Z</dcterms:created>
  <dcterms:modified xsi:type="dcterms:W3CDTF">2026-05-25T16:08:05Z</dcterms:modified>
</cp:coreProperties>
</file>